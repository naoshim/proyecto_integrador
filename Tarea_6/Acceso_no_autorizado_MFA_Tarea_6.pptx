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4300" y="0"/>
            <a:ext cx="18567026" cy="1253513"/>
            <a:chOff x="0" y="0"/>
            <a:chExt cx="4890081" cy="3301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0081" cy="330143"/>
            </a:xfrm>
            <a:custGeom>
              <a:avLst/>
              <a:gdLst/>
              <a:ahLst/>
              <a:cxnLst/>
              <a:rect r="r" b="b" t="t" l="l"/>
              <a:pathLst>
                <a:path h="330143" w="4890081">
                  <a:moveTo>
                    <a:pt x="0" y="0"/>
                  </a:moveTo>
                  <a:lnTo>
                    <a:pt x="4890081" y="0"/>
                  </a:lnTo>
                  <a:lnTo>
                    <a:pt x="4890081" y="330143"/>
                  </a:lnTo>
                  <a:lnTo>
                    <a:pt x="0" y="330143"/>
                  </a:lnTo>
                  <a:close/>
                </a:path>
              </a:pathLst>
            </a:custGeom>
            <a:solidFill>
              <a:srgbClr val="0B2A4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90081" cy="358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58300"/>
            <a:ext cx="18567026" cy="1028700"/>
            <a:chOff x="0" y="0"/>
            <a:chExt cx="4890081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90081" cy="270933"/>
            </a:xfrm>
            <a:custGeom>
              <a:avLst/>
              <a:gdLst/>
              <a:ahLst/>
              <a:cxnLst/>
              <a:rect r="r" b="b" t="t" l="l"/>
              <a:pathLst>
                <a:path h="270933" w="4890081">
                  <a:moveTo>
                    <a:pt x="0" y="0"/>
                  </a:moveTo>
                  <a:lnTo>
                    <a:pt x="4890081" y="0"/>
                  </a:lnTo>
                  <a:lnTo>
                    <a:pt x="4890081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0B2A4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890081" cy="299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28750" y="0"/>
            <a:ext cx="15430500" cy="1253513"/>
          </a:xfrm>
          <a:custGeom>
            <a:avLst/>
            <a:gdLst/>
            <a:ahLst/>
            <a:cxnLst/>
            <a:rect r="r" b="b" t="t" l="l"/>
            <a:pathLst>
              <a:path h="1253513" w="15430500">
                <a:moveTo>
                  <a:pt x="0" y="0"/>
                </a:moveTo>
                <a:lnTo>
                  <a:pt x="15430500" y="0"/>
                </a:lnTo>
                <a:lnTo>
                  <a:pt x="15430500" y="1253513"/>
                </a:lnTo>
                <a:lnTo>
                  <a:pt x="0" y="12535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2065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28750" y="9239250"/>
            <a:ext cx="15430500" cy="1028700"/>
          </a:xfrm>
          <a:custGeom>
            <a:avLst/>
            <a:gdLst/>
            <a:ahLst/>
            <a:cxnLst/>
            <a:rect r="r" b="b" t="t" l="l"/>
            <a:pathLst>
              <a:path h="1028700" w="15430500">
                <a:moveTo>
                  <a:pt x="0" y="0"/>
                </a:moveTo>
                <a:lnTo>
                  <a:pt x="15430500" y="0"/>
                </a:lnTo>
                <a:lnTo>
                  <a:pt x="154305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0000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21421" y="1383767"/>
            <a:ext cx="3697631" cy="7725230"/>
          </a:xfrm>
          <a:custGeom>
            <a:avLst/>
            <a:gdLst/>
            <a:ahLst/>
            <a:cxnLst/>
            <a:rect r="r" b="b" t="t" l="l"/>
            <a:pathLst>
              <a:path h="7725230" w="3697631">
                <a:moveTo>
                  <a:pt x="0" y="0"/>
                </a:moveTo>
                <a:lnTo>
                  <a:pt x="3697632" y="0"/>
                </a:lnTo>
                <a:lnTo>
                  <a:pt x="3697632" y="7725229"/>
                </a:lnTo>
                <a:lnTo>
                  <a:pt x="0" y="77252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67" t="-18590" r="-314739" b="-1457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38178" y="1383767"/>
            <a:ext cx="3843730" cy="7725230"/>
          </a:xfrm>
          <a:custGeom>
            <a:avLst/>
            <a:gdLst/>
            <a:ahLst/>
            <a:cxnLst/>
            <a:rect r="r" b="b" t="t" l="l"/>
            <a:pathLst>
              <a:path h="7725230" w="3843730">
                <a:moveTo>
                  <a:pt x="0" y="0"/>
                </a:moveTo>
                <a:lnTo>
                  <a:pt x="3843730" y="0"/>
                </a:lnTo>
                <a:lnTo>
                  <a:pt x="3843730" y="7725229"/>
                </a:lnTo>
                <a:lnTo>
                  <a:pt x="0" y="77252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426" t="-18590" r="-201019" b="-1457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405361" y="1383767"/>
            <a:ext cx="3714698" cy="7725230"/>
          </a:xfrm>
          <a:custGeom>
            <a:avLst/>
            <a:gdLst/>
            <a:ahLst/>
            <a:cxnLst/>
            <a:rect r="r" b="b" t="t" l="l"/>
            <a:pathLst>
              <a:path h="7725230" w="3714698">
                <a:moveTo>
                  <a:pt x="0" y="0"/>
                </a:moveTo>
                <a:lnTo>
                  <a:pt x="3714697" y="0"/>
                </a:lnTo>
                <a:lnTo>
                  <a:pt x="3714697" y="7725229"/>
                </a:lnTo>
                <a:lnTo>
                  <a:pt x="0" y="77252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0268" t="-18590" r="-105121" b="-1457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734818" y="1383767"/>
            <a:ext cx="3813293" cy="7725230"/>
          </a:xfrm>
          <a:custGeom>
            <a:avLst/>
            <a:gdLst/>
            <a:ahLst/>
            <a:cxnLst/>
            <a:rect r="r" b="b" t="t" l="l"/>
            <a:pathLst>
              <a:path h="7725230" w="3813293">
                <a:moveTo>
                  <a:pt x="0" y="0"/>
                </a:moveTo>
                <a:lnTo>
                  <a:pt x="3813293" y="0"/>
                </a:lnTo>
                <a:lnTo>
                  <a:pt x="3813293" y="7725229"/>
                </a:lnTo>
                <a:lnTo>
                  <a:pt x="0" y="77252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2857" t="-18590" r="-1792" b="-1457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4143677" y="4242141"/>
            <a:ext cx="1004241" cy="100424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B2A4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667093" y="4242141"/>
            <a:ext cx="1004241" cy="100424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B2A4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918162" y="4242141"/>
            <a:ext cx="1004241" cy="100424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B2A4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74625"/>
              <a:ext cx="711200" cy="434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DAHSxANvNyA</dc:identifier>
  <dcterms:modified xsi:type="dcterms:W3CDTF">2011-08-01T06:04:30Z</dcterms:modified>
  <cp:revision>1</cp:revision>
  <dc:title>Caso Help Desk: Impresora Wi‑Fi</dc:title>
</cp:coreProperties>
</file>